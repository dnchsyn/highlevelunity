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63241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</a:rPr>
              <a:t>İleri Seviye Unity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</a:rPr>
              <a:t>Ability Sistemi Kod Anlatımı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2880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</a:rPr>
              <a:t>Satır satır script açıklamaları + sistem şemaları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89520" y="105156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44384" y="1124712"/>
            <a:ext cx="941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tuşu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15400" y="187452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70264" y="1947672"/>
            <a:ext cx="1033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Use(0)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43800" y="274320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98664" y="281635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Fireball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Ability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006840" y="36576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61704" y="3730752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Damage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89520" y="457200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87171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4384" y="4645152"/>
            <a:ext cx="1033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Health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Destroy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41080" y="1417320"/>
            <a:ext cx="274320" cy="73152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81160" y="2606040"/>
            <a:ext cx="-731520" cy="13716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78240" y="3246120"/>
            <a:ext cx="365760" cy="41148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06840" y="4069080"/>
            <a:ext cx="-594360" cy="50292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8368" y="3703320"/>
            <a:ext cx="4069080" cy="301752"/>
          </a:xfrm>
          <a:prstGeom prst="roundRect">
            <a:avLst>
              <a:gd name="adj" fmla="val 18182"/>
            </a:avLst>
          </a:prstGeom>
          <a:solidFill>
            <a:srgbClr val="22D3EE">
              <a:alpha val="9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76472"/>
            <a:ext cx="3922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E1116"/>
                </a:solidFill>
              </a:rPr>
              <a:t>Unity 3D • C# • ScriptableObject • Event • Cooldown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Resim: Bu Kodlar Oyunda Ne Kuruyor?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sistem “oyuncu tuşa basar → yetenek çalışır → mermi çıkar → düşmana hasar verir” zincirini kuruyor.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47548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• PlayerAbilityInput oyuncunun klavye girişini yakalar.
</a:t>
            </a:r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• AbilityController hangi yeteneğin ne zaman çalışabileceğini yönetir.
</a:t>
            </a:r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• AbilityDefinition yeteneklerin ortak sözleşmesidir; FireballAbility bunun gerçek bir örneğidir.
</a:t>
            </a:r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• Projectile sahnede ilerler, çarpışınca Health bileşenine hasar yollar.
</a:t>
            </a:r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</a:rPr>
              <a:t>• Health canı düşürür; can sıfırın altına inerse objeyi yok eder.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0" y="1097280"/>
            <a:ext cx="5394960" cy="4297680"/>
          </a:xfrm>
          <a:prstGeom prst="roundRect">
            <a:avLst>
              <a:gd name="adj" fmla="val 1064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71616" y="1207008"/>
            <a:ext cx="5138928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Oyundaki akış: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Alpha1 basılır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2) controller.Use(0) çağrılır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 abilities[0].Execute(player) çalışır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4) Fireball prefab spawn olur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5) Projectile.Initialize(damage)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6) Çarpışınca Health.TakeDamage(damage)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PlayerAbilityInput.cs: Oyuncu Girişini Yetenek Sistemine Bağlar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script Player objesinde durur; 1 tuşuna basılınca AbilityController içindeki 0. yeteneği çalıştırır.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4892040" cy="4206240"/>
          </a:xfrm>
          <a:prstGeom prst="roundRect">
            <a:avLst>
              <a:gd name="adj" fmla="val 1087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161288"/>
            <a:ext cx="4636008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UnityEngine;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class PlayerAbilityInput : MonoBehaviour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[SerializeField] private AbilityController controller;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private void Update()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(Input.GetKeyDown(KeyCode.Alpha1))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controller.Use(0);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15000" y="1051560"/>
            <a:ext cx="914400" cy="619179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79008" y="1097280"/>
            <a:ext cx="786384" cy="55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2D3EE"/>
                </a:solidFill>
              </a:rPr>
              <a:t>1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6629400" y="1051560"/>
            <a:ext cx="4800600" cy="619179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2552" y="1088136"/>
            <a:ext cx="465429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UnityEngine kütüphanesini çağırır; MonoBehaviour, Input, KeyCode gibi Unity sınıfları buradan gelir.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5715000" y="1698171"/>
            <a:ext cx="914400" cy="619179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9008" y="1743891"/>
            <a:ext cx="786384" cy="55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2D3EE"/>
                </a:solidFill>
              </a:rPr>
              <a:t>3-4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629400" y="1698171"/>
            <a:ext cx="4800600" cy="619179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2" y="1734747"/>
            <a:ext cx="465429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PlayerAbilityInput bir MonoBehaviour’dür; yani Unity’de bir GameObject üzerine component olarak takılır.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715000" y="2344783"/>
            <a:ext cx="914400" cy="619179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2390503"/>
            <a:ext cx="786384" cy="55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2D3EE"/>
                </a:solidFill>
              </a:rPr>
              <a:t>5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629400" y="2344783"/>
            <a:ext cx="4800600" cy="619179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381359"/>
            <a:ext cx="465429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Inspector’dan AbilityController referansı verilir. Bu alan boşsa 1 tuşu çalışmaz ve hata alınır.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715000" y="2991394"/>
            <a:ext cx="914400" cy="619179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9008" y="3037114"/>
            <a:ext cx="786384" cy="55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2D3EE"/>
                </a:solidFill>
              </a:rPr>
              <a:t>7-8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629400" y="2991394"/>
            <a:ext cx="4800600" cy="619179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3027970"/>
            <a:ext cx="465429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Update her frame çalışır. Klavye kontrolü gibi anlık girişler burada okunur.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715000" y="3638006"/>
            <a:ext cx="914400" cy="619179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3683726"/>
            <a:ext cx="786384" cy="55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2D3EE"/>
                </a:solidFill>
              </a:rPr>
              <a:t>9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629400" y="3638006"/>
            <a:ext cx="4800600" cy="619179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3674582"/>
            <a:ext cx="465429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Alpha1 yani klavyedeki 1 tuşuna bu frame içinde basıldı mı kontrol edilir. Basılı tutmayı değil, ilk basma anını yakalar.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715000" y="4284617"/>
            <a:ext cx="914400" cy="619179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4330337"/>
            <a:ext cx="786384" cy="55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2D3EE"/>
                </a:solidFill>
              </a:rPr>
              <a:t>11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629400" y="4284617"/>
            <a:ext cx="4800600" cy="619179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4321193"/>
            <a:ext cx="465429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Controller’daki Use(0) çağrılır. Buradaki 0, abilities dizisinin ilk elemanıdır.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5715000" y="4931229"/>
            <a:ext cx="914400" cy="619179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4976949"/>
            <a:ext cx="786384" cy="55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22D3EE"/>
                </a:solidFill>
              </a:rPr>
              <a:t>13-14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6629400" y="4931229"/>
            <a:ext cx="4800600" cy="619179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02552" y="4967805"/>
            <a:ext cx="4654296" cy="5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5F7FA"/>
                </a:solidFill>
              </a:rPr>
              <a:t>if, Update ve class blokları kapanır. Script sadece inputu yakalar; hasar/mermi üretimi yapmaz.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111827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5724144"/>
            <a:ext cx="1064361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Unity’de yapılacak: Player objesine PlayerAbilityInput + AbilityController ekle. PlayerAbilityInput içindeki controller alanına aynı objedeki AbilityController’ı sürükle.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AbilityDefinition.cs: Tüm Yeteneklerin Ortak Şablonu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script doğrudan sahne objesi değildir. ScriptableObject tabanlı veri + davranış tanımıdır.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4526280" cy="3520440"/>
          </a:xfrm>
          <a:prstGeom prst="roundRect">
            <a:avLst>
              <a:gd name="adj" fmla="val 1299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207008"/>
            <a:ext cx="4270248" cy="3300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UnityEngine;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abstract class AbilityDefinition : ScriptableObject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[field: SerializeField]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Id { get; private set;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[field: SerializeField]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float Cooldown { get; private set;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abstract void Execute(GameObject owner);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1097280"/>
            <a:ext cx="777240" cy="67665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0408" y="1143000"/>
            <a:ext cx="6492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097280"/>
            <a:ext cx="5212080" cy="67665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133856"/>
            <a:ext cx="5065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</a:rPr>
              <a:t>UnityEngine eklenir; ScriptableObject ve GameObject tipleri için gereklidir.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1801368"/>
            <a:ext cx="777240" cy="676656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0408" y="1847088"/>
            <a:ext cx="6492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801368"/>
            <a:ext cx="5212080" cy="676656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837944"/>
            <a:ext cx="5065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</a:rPr>
              <a:t>abstract class: Bu sınıftan direkt nesne üretmek istemiyoruz; alt sınıflar üretilecek. ScriptableObject: yetenek verisini asset olarak tutmaya yarar.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2505456"/>
            <a:ext cx="777240" cy="67665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0408" y="2551176"/>
            <a:ext cx="6492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5-6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2505456"/>
            <a:ext cx="5212080" cy="67665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2542032"/>
            <a:ext cx="5065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</a:rPr>
              <a:t>Id alanı Inspector’da görünür ama dışarıdan değiştirilemez. Her yeteneğe kimlik vermek için kullanılır.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3209544"/>
            <a:ext cx="777240" cy="676656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3255264"/>
            <a:ext cx="6492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8-9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209544"/>
            <a:ext cx="5212080" cy="676656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246120"/>
            <a:ext cx="5065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</a:rPr>
              <a:t>Cooldown değeri Inspector’dan ayarlanır. AbilityController bu değeri kullanıp tekrar kullanım süresini başlatır.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3913632"/>
            <a:ext cx="777240" cy="67665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0408" y="3959352"/>
            <a:ext cx="64922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11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3913632"/>
            <a:ext cx="5212080" cy="67665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950208"/>
            <a:ext cx="5065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</a:rPr>
              <a:t>Execute zorunlu fonksiyondur. Her gerçek yetenek “çalışınca ne yapacağını” burada kendine göre yazar. owner yeteneği kullanan GameObject’tir.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5074920"/>
            <a:ext cx="10789920" cy="82296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175504"/>
            <a:ext cx="105521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Temel fikir: AbilityController yeteneklerin iç detayını bilmez. Sadece AbilityDefinition üzerinden Execute çağırır. Böylece yarın IceBlast, Dash, Heal gibi yeni yetenekler eklenebilir.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FireballAbility.cs / 1: Fireball Asset’i ve Ayarları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script AbilityDefinition’dan türeyen gerçek bir yetenektir. Menüden asset olarak oluşturulabilir.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5303520" cy="3291840"/>
          </a:xfrm>
          <a:prstGeom prst="roundRect">
            <a:avLst>
              <a:gd name="adj" fmla="val 1389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161288"/>
            <a:ext cx="5047488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UnityEngine;
[CreateAssetMenu(
    menuName = "Advanced Arena/Abilities/Fireball")]
public class FireballAbility : AbilityDefinition
{
    [SerializeField]
    private GameObject projectilePrefab;
    [SerializeField]
    private float damage = 25f;
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17920" y="1051560"/>
            <a:ext cx="777240" cy="63093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1928" y="1097280"/>
            <a:ext cx="64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D3EE"/>
                </a:solidFill>
              </a:rPr>
              <a:t>1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995160" y="1051560"/>
            <a:ext cx="4389120" cy="63093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68312" y="1088136"/>
            <a:ext cx="4242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7FA"/>
                </a:solidFill>
              </a:rPr>
              <a:t>UnityEngine gerekir; GameObject, Vector3, Object.Instantiate gibi Unity tipleri kullanılacak.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217920" y="1709928"/>
            <a:ext cx="777240" cy="630936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755648"/>
            <a:ext cx="64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D3EE"/>
                </a:solidFill>
              </a:rPr>
              <a:t>3-4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995160" y="1709928"/>
            <a:ext cx="4389120" cy="630936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8312" y="1746504"/>
            <a:ext cx="4242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7FA"/>
                </a:solidFill>
              </a:rPr>
              <a:t>CreateAssetMenu, Unity menüsüne yeni bir Fireball ability asset’i oluşturma seçeneği ekler.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217920" y="2368296"/>
            <a:ext cx="777240" cy="63093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2414016"/>
            <a:ext cx="64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D3EE"/>
                </a:solidFill>
              </a:rPr>
              <a:t>5-6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995160" y="2368296"/>
            <a:ext cx="4389120" cy="63093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8312" y="2404872"/>
            <a:ext cx="4242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7FA"/>
                </a:solidFill>
              </a:rPr>
              <a:t>FireballAbility, AbilityDefinition’dan miras alır. Yani Id, Cooldown ve Execute sözleşmesini devralır.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217920" y="3026664"/>
            <a:ext cx="777240" cy="630936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3072384"/>
            <a:ext cx="64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D3EE"/>
                </a:solidFill>
              </a:rPr>
              <a:t>7-8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995160" y="3026664"/>
            <a:ext cx="4389120" cy="630936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3063240"/>
            <a:ext cx="4242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7FA"/>
                </a:solidFill>
              </a:rPr>
              <a:t>projectilePrefab Inspector’dan atanır. Bu prefab sahneye fırlatılacak mermidir. Prefab içinde Projectile scripti olmalı.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217920" y="3685032"/>
            <a:ext cx="777240" cy="63093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3730752"/>
            <a:ext cx="64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D3EE"/>
                </a:solidFill>
              </a:rPr>
              <a:t>10-11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995160" y="3685032"/>
            <a:ext cx="4389120" cy="630936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3721608"/>
            <a:ext cx="4242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7FA"/>
                </a:solidFill>
              </a:rPr>
              <a:t>damage değeri Inspector’dan ayarlanır. Varsayılan 25 hasardır ve mermiye Initialize ile aktarılır.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85800" y="4800600"/>
            <a:ext cx="10744200" cy="73152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901184"/>
            <a:ext cx="105064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Ders notu: FireballAbility bir component gibi Player’a takılmaz. Project penceresinde asset olarak durur; Player’daki AbilityController → abilities listesine sürüklenir.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FireballAbility.cs / 2: Execute Çalışınca Mermi Oluşturur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1 tuşu → AbilityController.Use(0) → FireballAbility.Execute(owner) zincirinin gerçek aksiyon kısmı burasıdır.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5349240" cy="4160520"/>
          </a:xfrm>
          <a:prstGeom prst="roundRect">
            <a:avLst>
              <a:gd name="adj" fmla="val 1099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115568"/>
            <a:ext cx="5093208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void Execute(GameObject owner)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Vector3 spawnPosition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owner.transform.position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owner.transform.forward;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GameObject projectile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Object.Instantiate(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projectilePrefab,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spawnPosition,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owner.transform.rotation);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projectile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.GetComponent&lt;Projectile&gt;()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.Initialize(damage);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005840"/>
            <a:ext cx="822960" cy="804672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7648" y="1051560"/>
            <a:ext cx="6949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22D3EE"/>
                </a:solidFill>
              </a:rPr>
              <a:t>13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7086600" y="1005840"/>
            <a:ext cx="4251960" cy="804672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59752" y="1042416"/>
            <a:ext cx="4105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5F7FA"/>
                </a:solidFill>
              </a:rPr>
              <a:t>Execute override edilir. Çünkü AbilityDefinition bu fonksiyonu zorunlu tutmuştu.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263640" y="1837944"/>
            <a:ext cx="822960" cy="804672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883664"/>
            <a:ext cx="6949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22D3EE"/>
                </a:solidFill>
              </a:rPr>
              <a:t>15-17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086600" y="1837944"/>
            <a:ext cx="4251960" cy="804672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1874520"/>
            <a:ext cx="4105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5F7FA"/>
                </a:solidFill>
              </a:rPr>
              <a:t>Spawn konumu hesaplanır: owner’ın pozisyonu + owner’ın forward yönü. Yani mermi oyuncunun bir birim önünde doğar.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263640" y="2670048"/>
            <a:ext cx="822960" cy="804672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715768"/>
            <a:ext cx="6949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22D3EE"/>
                </a:solidFill>
              </a:rPr>
              <a:t>19-23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086600" y="2670048"/>
            <a:ext cx="4251960" cy="804672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9752" y="2706624"/>
            <a:ext cx="4105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5F7FA"/>
                </a:solidFill>
              </a:rPr>
              <a:t>projectilePrefab sahneye Instantiate edilir. Konum spawnPosition, rotasyon owner.transform.rotation olur.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263640" y="3502152"/>
            <a:ext cx="822960" cy="804672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3547872"/>
            <a:ext cx="6949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22D3EE"/>
                </a:solidFill>
              </a:rPr>
              <a:t>25-27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086600" y="3502152"/>
            <a:ext cx="4251960" cy="804672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3538728"/>
            <a:ext cx="4105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5F7FA"/>
                </a:solidFill>
              </a:rPr>
              <a:t>Spawn edilen objeden Projectile component’i alınır ve damage değeri mermiye aktarılır.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263640" y="4334256"/>
            <a:ext cx="822960" cy="804672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4379976"/>
            <a:ext cx="6949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22D3EE"/>
                </a:solidFill>
              </a:rPr>
              <a:t>28-29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086600" y="4334256"/>
            <a:ext cx="4251960" cy="804672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9752" y="4370832"/>
            <a:ext cx="4105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F5F7FA"/>
                </a:solidFill>
              </a:rPr>
              <a:t>Fonksiyon ve class kapanır. Fireball’ın işi mermiyi doğurmak ve hasarı ayarlamaktır; uçma/çarpma Projectile’dadır.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85800" y="5532120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2A1F12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632704"/>
            <a:ext cx="1046073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Kritik hata noktası: projectilePrefab üzerinde Projectile component’i yoksa GetComponent&lt;Projectile&gt;() null döner ve Initialize çağrısı patlar.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AbilityController.cs / 1: Alanlar, Dizi ve Event Mantığı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script oyuncunun “yetenek beyni” gibi çalışır. Hangi ability var, cooldown ne, event ne zaman tetiklenir burada tutulur.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66928" y="1051560"/>
            <a:ext cx="5257800" cy="3886200"/>
          </a:xfrm>
          <a:prstGeom prst="roundRect">
            <a:avLst>
              <a:gd name="adj" fmla="val 1176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161288"/>
            <a:ext cx="500176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
using UnityEngine;
public class AbilityController : MonoBehaviour
{
    [SerializeField]
    private AbilityDefinition[] abilities;
    private float[] cooldowns;
    public event Action&lt;AbilityDefinition&gt; AbilityUsed;
    private void Awake()
    {
        cooldowns = new float[abilities.Length];
    }
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77724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44768" y="109728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1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6858000" y="1051560"/>
            <a:ext cx="457200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088136"/>
            <a:ext cx="4425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System namespace’i Action tipi için kullanılır. Event tanımında gereklidir.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080760" y="1691640"/>
            <a:ext cx="77724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173736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2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858000" y="1691640"/>
            <a:ext cx="457200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1728216"/>
            <a:ext cx="4425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UnityEngine, MonoBehaviour ve SerializeField için gereklidir.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080760" y="2331720"/>
            <a:ext cx="77724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237744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4-5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858000" y="2331720"/>
            <a:ext cx="457200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2368296"/>
            <a:ext cx="4425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AbilityController bir MonoBehaviour’dür; Player gibi sahne objesine component olarak eklenir.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080760" y="2971800"/>
            <a:ext cx="77724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301752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6-7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858000" y="2971800"/>
            <a:ext cx="457200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008376"/>
            <a:ext cx="4425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abilities dizisi Inspector’dan doldurulur. Her eleman AbilityDefinition asset’idir. 0 = ilk yetenek, 1 = ikinci yetenek gibi.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080760" y="3611880"/>
            <a:ext cx="77724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365760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9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858000" y="3611880"/>
            <a:ext cx="457200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3648456"/>
            <a:ext cx="4425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cooldowns dizisi her yeteneğin kalan bekleme süresini tutar.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080760" y="4251960"/>
            <a:ext cx="77724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429768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11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858000" y="4251960"/>
            <a:ext cx="457200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4288536"/>
            <a:ext cx="4425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AbilityUsed event’i dış sistemlere “bir yetenek kullanıldı” haberi göndermek için vardır. UI, ses veya VFX buraya abone olabilir.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080760" y="4892040"/>
            <a:ext cx="77724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493776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13-16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858000" y="4892040"/>
            <a:ext cx="457200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31152" y="4928616"/>
            <a:ext cx="4425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Awake oyun başında cooldowns dizisini abilities uzunluğu kadar oluşturur. Böylece her yetenek için ayrı sayaç açılır.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AbilityController.cs / 2: Use(index) Güvenlik Kapıları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Use fonksiyonu yeteneği direkt çalıştırmaz; önce “bu çağrı güvenli mi?” diye bakar.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5349240" cy="4434840"/>
          </a:xfrm>
          <a:prstGeom prst="roundRect">
            <a:avLst>
              <a:gd name="adj" fmla="val 1031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115568"/>
            <a:ext cx="5093208" cy="421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Use(int index)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(index &lt; 0 || index &gt;= abilities.Length)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(abilities[index] == null)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(cooldowns[index] &gt; 0f)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abilities[index].Execute(gameObject);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cooldowns[index] = abilities[index].Cooldown;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AbilityUsed?.Invoke(abilities[index]);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70" dirty="0"/>
          </a:p>
        </p:txBody>
      </p:sp>
      <p:sp>
        <p:nvSpPr>
          <p:cNvPr id="6" name="Shape 4"/>
          <p:cNvSpPr/>
          <p:nvPr/>
        </p:nvSpPr>
        <p:spPr>
          <a:xfrm>
            <a:off x="6172200" y="1005840"/>
            <a:ext cx="777240" cy="606117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6208" y="1051560"/>
            <a:ext cx="64922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949440" y="1005840"/>
            <a:ext cx="4389120" cy="606117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2592" y="1042416"/>
            <a:ext cx="4242816" cy="5512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</a:rPr>
              <a:t>Use dışarıdan çağrılan fonksiyondur. PlayerAbilityInput bu fonksiyonu controller.Use(0) şeklinde çağırır.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72200" y="1639389"/>
            <a:ext cx="777240" cy="606117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685109"/>
            <a:ext cx="64922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20-23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49440" y="1639389"/>
            <a:ext cx="4389120" cy="606117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675965"/>
            <a:ext cx="4242816" cy="5512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</a:rPr>
              <a:t>index dizinin dışında mı kontrol edilir. Negatif veya abilities.Length üstü bir değer gelirse fonksiyon durur.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272937"/>
            <a:ext cx="777240" cy="606117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318657"/>
            <a:ext cx="64922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25-28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49440" y="2272937"/>
            <a:ext cx="4389120" cy="606117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2309513"/>
            <a:ext cx="4242816" cy="5512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</a:rPr>
              <a:t>Dizide o sıraya ability atanmamışsa fonksiyon durur. Bu, Inspector eksik ayarını patlatmadan engeller.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2906486"/>
            <a:ext cx="777240" cy="606117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952206"/>
            <a:ext cx="64922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30-33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49440" y="2906486"/>
            <a:ext cx="4389120" cy="606117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2943062"/>
            <a:ext cx="4242816" cy="5512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</a:rPr>
              <a:t>Cooldown hâlâ sıfırdan büyükse yetenek beklemede demektir; tekrar çalışmaz.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3540034"/>
            <a:ext cx="777240" cy="606117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3585754"/>
            <a:ext cx="64922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35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49440" y="3540034"/>
            <a:ext cx="4389120" cy="606117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3576610"/>
            <a:ext cx="4242816" cy="5512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</a:rPr>
              <a:t>Her şey uygunsa seçilen ability’nin Execute fonksiyonu çalışır. gameObject owner olarak gönderilir.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4173583"/>
            <a:ext cx="777240" cy="606117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4219303"/>
            <a:ext cx="64922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37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49440" y="4173583"/>
            <a:ext cx="4389120" cy="606117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4210159"/>
            <a:ext cx="4242816" cy="5512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</a:rPr>
              <a:t>Kullanımdan sonra cooldown sayacı ability’nin Cooldown değeriyle yeniden başlatılır.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4807131"/>
            <a:ext cx="777240" cy="606117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4852851"/>
            <a:ext cx="649224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39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49440" y="4807131"/>
            <a:ext cx="4389120" cy="606117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4843707"/>
            <a:ext cx="4242816" cy="5512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5F7FA"/>
                </a:solidFill>
              </a:rPr>
              <a:t>AbilityUsed event’i tetiklenir. Abone yoksa ?. sayesinde hata vermez.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AbilityController.cs / 3: Cooldown Her Frame Azalır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Update içinde tüm cooldown sayaçları gerçek zamanla sıfıra doğru indirilir.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4526280" cy="3108960"/>
          </a:xfrm>
          <a:prstGeom prst="roundRect">
            <a:avLst>
              <a:gd name="adj" fmla="val 1471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1252728"/>
            <a:ext cx="4270248" cy="2889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Update()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cooldowns.Length; i++)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cooldowns[i] = Mathf.Max(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0f,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cooldowns[i] - Time.deltaTime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1143000"/>
            <a:ext cx="822960" cy="7498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41848" y="118872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2D3EE"/>
                </a:solidFill>
              </a:rPr>
              <a:t>42-43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00800" y="1143000"/>
            <a:ext cx="4892040" cy="7498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179576"/>
            <a:ext cx="47457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5F7FA"/>
                </a:solidFill>
              </a:rPr>
              <a:t>Update her frame çalışır. Cooldown sayaçlarını sürekli güncellemek için uygundur.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822960" cy="7498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96596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2D3EE"/>
                </a:solidFill>
              </a:rPr>
              <a:t>44-45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4892040" cy="7498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956816"/>
            <a:ext cx="47457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5F7FA"/>
                </a:solidFill>
              </a:rPr>
              <a:t>Tüm cooldowns dizisi tek tek dolaşılır. Kaç yetenek varsa hepsi güncellenir.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577840" y="2697480"/>
            <a:ext cx="822960" cy="7498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1848" y="274320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2D3EE"/>
                </a:solidFill>
              </a:rPr>
              <a:t>46-49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0" y="2697480"/>
            <a:ext cx="4892040" cy="7498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734056"/>
            <a:ext cx="47457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5F7FA"/>
                </a:solidFill>
              </a:rPr>
              <a:t>cooldowns[i] değerinden Time.deltaTime çıkarılır. Mathf.Max(0f, ...) ile değer asla negatif olmaz.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577840" y="3474720"/>
            <a:ext cx="822960" cy="7498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41848" y="3520440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2D3EE"/>
                </a:solidFill>
              </a:rPr>
              <a:t>50-52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00800" y="3474720"/>
            <a:ext cx="4892040" cy="7498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511296"/>
            <a:ext cx="47457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5F7FA"/>
                </a:solidFill>
              </a:rPr>
              <a:t>Döngü, Update ve class kapanır. Sayaç sıfıra inince Use yeniden izin verir.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800" y="4800600"/>
            <a:ext cx="10698480" cy="658368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901184"/>
            <a:ext cx="1046073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Neden Time.deltaTime? Çünkü oyun 30 FPS de çalışsa 144 FPS de çalışsa cooldown gerçek saniyeye göre azalır.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Projectile.cs / 1: Merminin Verisi ve Hareketi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FireballAbility mermiyi üretir; Projectile ise sahnede merminin davranışını yürütür.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115568"/>
            <a:ext cx="5138928" cy="426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UnityEngine;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Projectile : MonoBehaviour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[SerializeField]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speed = 15f;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damage;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Initialize(float amount)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damage = amount;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Update()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transform.position +=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transform.forward 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speed 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Time.deltaTime;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72200" y="1005840"/>
            <a:ext cx="77724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6208" y="105156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1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6949440" y="1005840"/>
            <a:ext cx="438912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2592" y="1042416"/>
            <a:ext cx="42428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UnityEngine gerekir; MonoBehaviour, Transform, Time, Collider gibi tipler burada kullanılır.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77724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69164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3-4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949440" y="1645920"/>
            <a:ext cx="438912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682496"/>
            <a:ext cx="42428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Projectile bir MonoBehaviour’dür. Mermi prefabına component olarak eklenir.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172200" y="2286000"/>
            <a:ext cx="77724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33172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5-6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949440" y="2286000"/>
            <a:ext cx="438912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2322576"/>
            <a:ext cx="42428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speed Inspector’dan ayarlanabilir. Varsayılan mermi hızı 15’tir.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172200" y="2926080"/>
            <a:ext cx="77724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97180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8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949440" y="2926080"/>
            <a:ext cx="438912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2962656"/>
            <a:ext cx="42428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damage private tutulur. FireballAbility bunu Initialize ile doldurur.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172200" y="3566160"/>
            <a:ext cx="77724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361188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10-13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949440" y="3566160"/>
            <a:ext cx="438912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3602736"/>
            <a:ext cx="42428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Initialize dışarıdan hasar değerini alır ve damage alanına yazar. Mermi spawn olur olmaz çağrılmalıdır.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172200" y="4206240"/>
            <a:ext cx="77724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425196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15-16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949440" y="4206240"/>
            <a:ext cx="4389120" cy="61264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4242816"/>
            <a:ext cx="42428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Update her frame çalışır. Mermi hareketi burada yapılır.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172200" y="4846320"/>
            <a:ext cx="77724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4892040"/>
            <a:ext cx="64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22D3EE"/>
                </a:solidFill>
              </a:rPr>
              <a:t>17-20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949440" y="4846320"/>
            <a:ext cx="4389120" cy="61264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4882896"/>
            <a:ext cx="42428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F5F7FA"/>
                </a:solidFill>
              </a:rPr>
              <a:t>transform.position ileri yönde artırılır. transform.forward * speed * Time.deltaTime = saniye başına sabit hız.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Projectile.cs / 2: Çarpışma, Hasar ve Yok Olma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bölüm merminin hedefe değdiği anda Health bulup hasar vermesini sağlar.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21792" y="1051560"/>
            <a:ext cx="4937760" cy="3200400"/>
          </a:xfrm>
          <a:prstGeom prst="roundRect">
            <a:avLst>
              <a:gd name="adj" fmla="val 1429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161288"/>
            <a:ext cx="4681728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OnTriggerEnter(Collider other)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Health health = other.GetComponent&lt;Health&gt;();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(health != null)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health.TakeDamage(damage);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Destroy(gameObject);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5989320" y="1051560"/>
            <a:ext cx="822960" cy="685800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53328" y="1097280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2D3EE"/>
                </a:solidFill>
              </a:rPr>
              <a:t>23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6812280" y="1051560"/>
            <a:ext cx="4526280" cy="685800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85432" y="1088136"/>
            <a:ext cx="43799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5F7FA"/>
                </a:solidFill>
              </a:rPr>
              <a:t>OnTriggerEnter, merminin trigger collider’ı başka bir collider ile temas edince çalışır. Bunun çalışması için collider/rigidbody ayarı doğru olmalı.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989320" y="1764792"/>
            <a:ext cx="822960" cy="685800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1810512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2D3EE"/>
                </a:solidFill>
              </a:rPr>
              <a:t>25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812280" y="1764792"/>
            <a:ext cx="4526280" cy="685800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5432" y="1801368"/>
            <a:ext cx="43799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5F7FA"/>
                </a:solidFill>
              </a:rPr>
              <a:t>Çarpılan objede Health component’i aranır. Bu sistem doğrudan Health arıyor.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989320" y="2478024"/>
            <a:ext cx="822960" cy="685800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2523744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2D3EE"/>
                </a:solidFill>
              </a:rPr>
              <a:t>27-30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812280" y="2478024"/>
            <a:ext cx="4526280" cy="685800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5432" y="2514600"/>
            <a:ext cx="43799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5F7FA"/>
                </a:solidFill>
              </a:rPr>
              <a:t>Health bulunduysa TakeDamage(damage) çağrılır. Böylece hasar verme işi Health scriptine devredilir.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989320" y="3191256"/>
            <a:ext cx="822960" cy="685800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3328" y="3236976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2D3EE"/>
                </a:solidFill>
              </a:rPr>
              <a:t>32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812280" y="3191256"/>
            <a:ext cx="4526280" cy="685800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3227832"/>
            <a:ext cx="43799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5F7FA"/>
                </a:solidFill>
              </a:rPr>
              <a:t>Çarpışmadan sonra mermi yok edilir. Health bulunmasa bile mermi kaybolur.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989320" y="3904488"/>
            <a:ext cx="822960" cy="685800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3950208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22D3EE"/>
                </a:solidFill>
              </a:rPr>
              <a:t>33-34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812280" y="3904488"/>
            <a:ext cx="4526280" cy="685800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3941064"/>
            <a:ext cx="43799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5F7FA"/>
                </a:solidFill>
              </a:rPr>
              <a:t>Fonksiyon ve class kapanır. Projectile’ın sorumluluğu: ilerle, çarp, hasar ver, kendini yok et.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85800" y="5074920"/>
            <a:ext cx="10744200" cy="713232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175504"/>
            <a:ext cx="10506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Daha esnek tasarım için line 25’te Health yerine IDamageable aranabilir: other.GetComponent&lt;IDamageable&gt;(). Böylece sadece Health değil, hasar alabilen her şey çalışır.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Health.cs: Can Sistemi, Hasar Alma ve Ölüm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script takıldığı objeye can verir. Hasar alınca can azalır, sıfıra düşünce obje yok edilir.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66928" y="1005840"/>
            <a:ext cx="5166360" cy="4480560"/>
          </a:xfrm>
          <a:prstGeom prst="roundRect">
            <a:avLst>
              <a:gd name="adj" fmla="val 1020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115568"/>
            <a:ext cx="4910328" cy="4261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UnityEngine;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Health : MonoBehaviour, IDamageable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[SerializeField] 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maxHealth = 100f;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float CurrentHealth { get; private set; }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Awake()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CurrentHealth = maxHealth;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TakeDamage(float amount)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CurrentHealth -= amount;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Debug.Log(gameObject.name + " kalan can: " + CurrentHealth);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(CurrentHealth &lt;= 0f) 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Destroy(gameObject); 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</p:txBody>
      </p:sp>
      <p:sp>
        <p:nvSpPr>
          <p:cNvPr id="6" name="Shape 4"/>
          <p:cNvSpPr/>
          <p:nvPr/>
        </p:nvSpPr>
        <p:spPr>
          <a:xfrm>
            <a:off x="6016752" y="1005840"/>
            <a:ext cx="731520" cy="561213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1051560"/>
            <a:ext cx="603504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b="1" dirty="0">
                <a:solidFill>
                  <a:srgbClr val="22D3EE"/>
                </a:solidFill>
              </a:rPr>
              <a:t>1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6748272" y="1005840"/>
            <a:ext cx="4617720" cy="561213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1424" y="1042416"/>
            <a:ext cx="4471416" cy="50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F5F7FA"/>
                </a:solidFill>
              </a:rPr>
              <a:t>UnityEngine gerekir; MonoBehaviour, SerializeField, Debug, Destroy buradan gelir.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6016752" y="1594485"/>
            <a:ext cx="731520" cy="561213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640205"/>
            <a:ext cx="603504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b="1" dirty="0">
                <a:solidFill>
                  <a:srgbClr val="22D3EE"/>
                </a:solidFill>
              </a:rPr>
              <a:t>2-3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748272" y="1594485"/>
            <a:ext cx="4617720" cy="561213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1631061"/>
            <a:ext cx="4471416" cy="50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F5F7FA"/>
                </a:solidFill>
              </a:rPr>
              <a:t>Health MonoBehaviour’dür ve IDamageable arayüzünü uygular. Yani TakeDamage fonksiyonunu yazmak zorundadır.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6016752" y="2183130"/>
            <a:ext cx="731520" cy="561213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228850"/>
            <a:ext cx="603504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b="1" dirty="0">
                <a:solidFill>
                  <a:srgbClr val="22D3EE"/>
                </a:solidFill>
              </a:rPr>
              <a:t>4-5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6748272" y="2183130"/>
            <a:ext cx="4617720" cy="561213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2219706"/>
            <a:ext cx="4471416" cy="50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F5F7FA"/>
                </a:solidFill>
              </a:rPr>
              <a:t>maxHealth Inspector’da görünür. Objeye başlangıç canı verir.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6016752" y="2771775"/>
            <a:ext cx="731520" cy="561213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817495"/>
            <a:ext cx="603504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b="1" dirty="0">
                <a:solidFill>
                  <a:srgbClr val="22D3EE"/>
                </a:solidFill>
              </a:rPr>
              <a:t>6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6748272" y="2771775"/>
            <a:ext cx="4617720" cy="561213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2808351"/>
            <a:ext cx="4471416" cy="50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F5F7FA"/>
                </a:solidFill>
              </a:rPr>
              <a:t>CurrentHealth dışarıdan okunabilir ama sadece bu class içinde değiştirilebilir.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6016752" y="3360420"/>
            <a:ext cx="731520" cy="561213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3406140"/>
            <a:ext cx="603504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b="1" dirty="0">
                <a:solidFill>
                  <a:srgbClr val="22D3EE"/>
                </a:solidFill>
              </a:rPr>
              <a:t>8-11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6748272" y="3360420"/>
            <a:ext cx="4617720" cy="561213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3396996"/>
            <a:ext cx="4471416" cy="50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F5F7FA"/>
                </a:solidFill>
              </a:rPr>
              <a:t>Awake başladığında CurrentHealth = maxHealth yapılır. Obje tam canla başlar.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6016752" y="3949065"/>
            <a:ext cx="731520" cy="561213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994785"/>
            <a:ext cx="603504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b="1" dirty="0">
                <a:solidFill>
                  <a:srgbClr val="22D3EE"/>
                </a:solidFill>
              </a:rPr>
              <a:t>13-15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6748272" y="3949065"/>
            <a:ext cx="4617720" cy="561213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3985641"/>
            <a:ext cx="4471416" cy="50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F5F7FA"/>
                </a:solidFill>
              </a:rPr>
              <a:t>TakeDamage çağrılınca gelen amount kadar can düşer.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6016752" y="4537710"/>
            <a:ext cx="731520" cy="561213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4583430"/>
            <a:ext cx="603504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b="1" dirty="0">
                <a:solidFill>
                  <a:srgbClr val="22D3EE"/>
                </a:solidFill>
              </a:rPr>
              <a:t>17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6748272" y="4537710"/>
            <a:ext cx="4617720" cy="561213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4574286"/>
            <a:ext cx="4471416" cy="50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F5F7FA"/>
                </a:solidFill>
              </a:rPr>
              <a:t>Console’a objenin adını ve kalan canını yazar. Test için çok faydalı satırdır.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6016752" y="5126355"/>
            <a:ext cx="731520" cy="561213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5172075"/>
            <a:ext cx="603504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b="1" dirty="0">
                <a:solidFill>
                  <a:srgbClr val="22D3EE"/>
                </a:solidFill>
              </a:rPr>
              <a:t>19-22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6748272" y="5126355"/>
            <a:ext cx="4617720" cy="561213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21424" y="5162931"/>
            <a:ext cx="4471416" cy="5063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F5F7FA"/>
                </a:solidFill>
              </a:rPr>
              <a:t>Can 0 veya altına inerse Destroy(gameObject) ile obje sahneden silinir.</a:t>
            </a:r>
            <a:endParaRPr lang="en-US" sz="8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IDamageable.cs ve Enemy.cs: Sözleşme ve Boş İşaretleyici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Biri mimari sözleşme; diğeri şu an boş ama ileride düşman davranışları için genişletilebilir.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749040" cy="1417320"/>
          </a:xfrm>
          <a:prstGeom prst="roundRect">
            <a:avLst>
              <a:gd name="adj" fmla="val 3226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1252728"/>
            <a:ext cx="3493008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IDamageable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TakeDamage(float amount);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43000"/>
            <a:ext cx="685800" cy="68122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18888" y="1188720"/>
            <a:ext cx="5577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40680" y="1143000"/>
            <a:ext cx="5760720" cy="68122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3832" y="1179576"/>
            <a:ext cx="5614416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IDamageable bir interface’tir. Component değildir; GameObject’e takılmaz.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851660"/>
            <a:ext cx="685800" cy="68122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897380"/>
            <a:ext cx="5577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40680" y="1851660"/>
            <a:ext cx="5760720" cy="68122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3832" y="1888236"/>
            <a:ext cx="5614416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Bu interface’i uygulayan her class TakeDamage(float amount) fonksiyonu yazmak zorundadır.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3749040" cy="1417320"/>
          </a:xfrm>
          <a:prstGeom prst="roundRect">
            <a:avLst>
              <a:gd name="adj" fmla="val 3226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" y="3264408"/>
            <a:ext cx="3493008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UnityEngine;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Enemy : MonoBehaviour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685800" cy="68122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3200400"/>
            <a:ext cx="5577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D3EE"/>
                </a:solidFill>
              </a:rPr>
              <a:t>1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440680" y="3154680"/>
            <a:ext cx="5760720" cy="68122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3191256"/>
            <a:ext cx="5614416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7FA"/>
                </a:solidFill>
              </a:rPr>
              <a:t>UnityEngine eklenir; MonoBehaviour için gereklidir.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754880" y="3863340"/>
            <a:ext cx="685800" cy="68122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3909060"/>
            <a:ext cx="55778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2D3EE"/>
                </a:solidFill>
              </a:rPr>
              <a:t>3-5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440680" y="3863340"/>
            <a:ext cx="5760720" cy="68122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3899916"/>
            <a:ext cx="5614416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7FA"/>
                </a:solidFill>
              </a:rPr>
              <a:t>Enemy şu an boş bir MonoBehaviour’dür. Bu haliyle tek başına davranış üretmez. İleride AI, puan, hedef seçimi gibi düşman özellikleri buraya gelebilir.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13232" y="525780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2A1F12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5358384"/>
            <a:ext cx="1046073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Net gerçek: Şu an hasar alma işini Enemy değil Health yapıyor. Enemy scripti boş olduğu için enemy’nin yok olması Health component’ine bağlıdır.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 Anı Şeması: 1 Tuşundan Enemy Destroy’a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Oklar kod çağrısı sırasını gösterir. Bu akış bozulursa fireball görünür ama hasar vermez.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965960" y="2240280"/>
            <a:ext cx="77724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931920" y="2240280"/>
            <a:ext cx="82296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989320" y="2240280"/>
            <a:ext cx="82296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46720" y="2240280"/>
            <a:ext cx="77724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966960" y="2240280"/>
            <a:ext cx="77724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60920" y="2743200"/>
            <a:ext cx="0" cy="105156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60920" y="4343400"/>
            <a:ext cx="-1097280" cy="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32120" y="4343400"/>
            <a:ext cx="-1097280" cy="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18745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8B5CF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1947672"/>
            <a:ext cx="1124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PlayerAbilityInput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Update()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743200" y="18745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1F293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1947672"/>
            <a:ext cx="1124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AbilityController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Use(0)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947672"/>
            <a:ext cx="1216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FireballAbility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Execute(owner)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812280" y="187452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34D39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947672"/>
            <a:ext cx="1216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Projectile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Initialize(damage)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823960" y="18745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2563E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78824" y="1947672"/>
            <a:ext cx="1124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Projectile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OnTriggerEnter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652760" y="1874520"/>
            <a:ext cx="1143000" cy="713232"/>
          </a:xfrm>
          <a:prstGeom prst="roundRect">
            <a:avLst>
              <a:gd name="adj" fmla="val 10256"/>
            </a:avLst>
          </a:prstGeom>
          <a:solidFill>
            <a:srgbClr val="F87171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07624" y="1947672"/>
            <a:ext cx="10332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Health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TakeDamage()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693408" y="379476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04785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3867912"/>
            <a:ext cx="1261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Projectile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Update: ileri git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160520" y="4005072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991B1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15384" y="4078224"/>
            <a:ext cx="1261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Enemy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Health &lt;= 0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2011680" y="1938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Input.GetKeyDown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77640" y="19385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abilities[0]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1938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Instantiate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29600" y="1938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çarpışma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058400" y="19385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can düşer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" y="5257800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358384"/>
            <a:ext cx="105521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Akışın kilit cümlesi: Input scripti sadece emir verir; controller izin verir; ability üretir; projectile taşır; health hasarı işler.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Bağlantı Şeması: Kim Kimi Kullanıyor?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şema miras, referans ve runtime çağrılarını ayrı düşünmeni sağlar.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926080" y="1600200"/>
            <a:ext cx="137160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715000" y="1600200"/>
            <a:ext cx="1371600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086600" y="1920240"/>
            <a:ext cx="-1371600" cy="96012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3657600"/>
            <a:ext cx="1554480" cy="0"/>
          </a:xfrm>
          <a:prstGeom prst="line">
            <a:avLst/>
          </a:prstGeom>
          <a:noFill/>
          <a:ln w="17780">
            <a:solidFill>
              <a:srgbClr val="F8717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3657600"/>
            <a:ext cx="-1280160" cy="0"/>
          </a:xfrm>
          <a:prstGeom prst="line">
            <a:avLst/>
          </a:prstGeom>
          <a:noFill/>
          <a:ln w="1778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0" y="3246120"/>
            <a:ext cx="1051560" cy="0"/>
          </a:xfrm>
          <a:prstGeom prst="line">
            <a:avLst/>
          </a:prstGeom>
          <a:noFill/>
          <a:ln w="17780">
            <a:solidFill>
              <a:srgbClr val="F8717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1216152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8B5CF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1289304"/>
            <a:ext cx="1490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PlayerAbilityInput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controller referansı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1216152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F293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1289304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AbilityController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abilities[] + cooldowns[]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086600" y="1216152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374151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1464" y="1289304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AbilityDefinition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abstract Execute()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28346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290779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FireballAbility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extends AbilityDefinition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31920" y="3273552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34D39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86784" y="3346704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Projectile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Prefab component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" y="3273552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87171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3346704"/>
            <a:ext cx="1490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Health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IDamageable uygular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01200" y="285292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47556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56064" y="2926080"/>
            <a:ext cx="1581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IDamageable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TakeDamage sözleşmesi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77240" y="493776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6B7280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501091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Enemy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şu an boş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54680" y="13533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Use(0)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13533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dizide tutar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40880" y="226771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miras alır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97880" y="41605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spawn eder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68880" y="3429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TakeDamage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869680" y="30175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sözleşme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80360" y="507492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9232" y="5175504"/>
            <a:ext cx="790041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Önemli ayrım: FireballAbility “yetenek asset’i”, Projectile “sahnedeki hareketli obje”, Health “hasar alan component”tir. Bunları aynı şey zannetme.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Kurulum Şeması: Hangi Script Nereye Takılır?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Kod doğru olsa bile Inspector bağlantıları eksikse sistem çalışmaz.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8B5CF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16152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Player GameObject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AbilityController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PlayerAbilityInput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Forward yönü doğru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14300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59E0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4024" y="1216152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 Asset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FireballAbility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projectilePrefab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damage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cooldown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49640" y="114300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34D39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04504" y="1216152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Projectile Prefab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Projectile.cs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Collider Is Trigger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Rigidbody önerilir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38404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87171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4024" y="3913632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Enemy GameObject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Health.cs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Collider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İsteğe bağlı Enemy.cs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1709928"/>
            <a:ext cx="118872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52360" y="1709928"/>
            <a:ext cx="109728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29800" y="2286000"/>
            <a:ext cx="-3200400" cy="155448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0760" y="2286000"/>
            <a:ext cx="0" cy="155448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621024" y="14173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abilities[0] içine asset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516368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prefab referansı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55280" y="2907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4B2"/>
                </a:solidFill>
              </a:rPr>
              <a:t>çarpışınca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2960" y="5532120"/>
            <a:ext cx="10698480" cy="749808"/>
          </a:xfrm>
          <a:prstGeom prst="roundRect">
            <a:avLst>
              <a:gd name="adj" fmla="val 7317"/>
            </a:avLst>
          </a:prstGeom>
          <a:solidFill>
            <a:srgbClr val="111827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5632704"/>
            <a:ext cx="104607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Kontrol listesi: PlayerAbilityInput.controller dolu mu? AbilityController.abilities[0] FireballAbility asset mi? FireballAbility.projectilePrefab dolu mu? Projectile prefabında Projectile + trigger collider var mı? Enemy’de Health var mı?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Fireball Çalıştığında Bellekte Ne Oluyor?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slayt kodun görünmeyen veri aktarımını sadeleştirir.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468880" y="1920240"/>
            <a:ext cx="160020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257800" y="1920240"/>
            <a:ext cx="164592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138160" y="1920240"/>
            <a:ext cx="1600200" cy="0"/>
          </a:xfrm>
          <a:prstGeom prst="line">
            <a:avLst/>
          </a:prstGeom>
          <a:noFill/>
          <a:ln w="1778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269480" y="2331720"/>
            <a:ext cx="0" cy="1188720"/>
          </a:xfrm>
          <a:prstGeom prst="line">
            <a:avLst/>
          </a:prstGeom>
          <a:noFill/>
          <a:ln w="1778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155448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62763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Alpha1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155448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162763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Use(0)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 = 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55448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8584" y="1627632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Execute(owner)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owner = Player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38360" y="155448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93224" y="1627632"/>
            <a:ext cx="1124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Instantiate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352044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047857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593592"/>
            <a:ext cx="1490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Initialize(25)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damage = 25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4800600"/>
            <a:ext cx="10332720" cy="82296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901184"/>
            <a:ext cx="1009497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Veri akışı: “0” sayısı controller’a hangi yeteneğin seçildiğini söyler. “owner” fireball’a merminin nereden doğacağını söyler. “damage” mermiye çarpınca kaç can indireceğini söyler.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Sorun Giderme: Fireball Var Ama Enemy Yok Olmuyor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sistemde hata genelde koddan değil, component/Inspector bağlantısından çıkar.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1463040" cy="6736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188720"/>
            <a:ext cx="1335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2D3EE"/>
                </a:solidFill>
              </a:rPr>
              <a:t>Console boş</a:t>
            </a:r>
            <a:endParaRPr lang="en-US" sz="1010" dirty="0"/>
          </a:p>
        </p:txBody>
      </p:sp>
      <p:sp>
        <p:nvSpPr>
          <p:cNvPr id="6" name="Shape 4"/>
          <p:cNvSpPr/>
          <p:nvPr/>
        </p:nvSpPr>
        <p:spPr>
          <a:xfrm>
            <a:off x="2240280" y="1143000"/>
            <a:ext cx="9281160" cy="6736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13432" y="1179576"/>
            <a:ext cx="9134856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5F7FA"/>
                </a:solidFill>
              </a:rPr>
              <a:t>OnTriggerEnter çalışmıyor olabilir. Projectile collider “Is Trigger” mı? Rigidbody var mı? Layer collision matrix engelliyor mu?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777240" y="1844040"/>
            <a:ext cx="1463040" cy="6736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89760"/>
            <a:ext cx="1335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2D3EE"/>
                </a:solidFill>
              </a:rPr>
              <a:t>Mermi gidiyor ama hasar yok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2240280" y="1844040"/>
            <a:ext cx="9281160" cy="6736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1880616"/>
            <a:ext cx="9134856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5F7FA"/>
                </a:solidFill>
              </a:rPr>
              <a:t>Projectile.cs line 25 doğrudan Health arıyor. Enemy objesinde Health yoksa TakeDamage hiç çağrılmaz.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777240" y="2545080"/>
            <a:ext cx="1463040" cy="6736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590800"/>
            <a:ext cx="1335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2D3EE"/>
                </a:solidFill>
              </a:rPr>
              <a:t>NullReference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2240280" y="2545080"/>
            <a:ext cx="9281160" cy="6736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2581656"/>
            <a:ext cx="9134856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5F7FA"/>
                </a:solidFill>
              </a:rPr>
              <a:t>FireballAbility içindeki projectilePrefab boş olabilir veya prefab üzerinde Projectile scripti yoktur.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777240" y="3246120"/>
            <a:ext cx="1463040" cy="6736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291840"/>
            <a:ext cx="1335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2D3EE"/>
                </a:solidFill>
              </a:rPr>
              <a:t>Cooldown çalışmıyor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2240280" y="3246120"/>
            <a:ext cx="9281160" cy="6736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13432" y="3282696"/>
            <a:ext cx="9134856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5F7FA"/>
                </a:solidFill>
              </a:rPr>
              <a:t>AbilityController Awake içinde cooldowns dizisi abilities uzunluğuna göre açılır. abilities boşsa index 0 zaten kullanılamaz.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777240" y="3947160"/>
            <a:ext cx="1463040" cy="6736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992880"/>
            <a:ext cx="1335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2D3EE"/>
                </a:solidFill>
              </a:rPr>
              <a:t>Mermi ters gidiyor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2240280" y="3947160"/>
            <a:ext cx="9281160" cy="67360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983736"/>
            <a:ext cx="9134856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5F7FA"/>
                </a:solidFill>
              </a:rPr>
              <a:t>Projectile transform.forward yönünde ilerler. Prefabın veya player’ın forward ekseni yanlış olabilir.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777240" y="4648200"/>
            <a:ext cx="1463040" cy="6736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693920"/>
            <a:ext cx="13350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2D3EE"/>
                </a:solidFill>
              </a:rPr>
              <a:t>Enemy scripti var ama ölmüyor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2240280" y="4648200"/>
            <a:ext cx="9281160" cy="67360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13432" y="4684776"/>
            <a:ext cx="9134856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F5F7FA"/>
                </a:solidFill>
              </a:rPr>
              <a:t>Enemy boş. Ölme işini Health yapıyor. Health component’i takılmadıysa düşman hasar almaz.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777240" y="5623560"/>
            <a:ext cx="10744200" cy="594360"/>
          </a:xfrm>
          <a:prstGeom prst="roundRect">
            <a:avLst>
              <a:gd name="adj" fmla="val 9231"/>
            </a:avLst>
          </a:prstGeom>
          <a:solidFill>
            <a:srgbClr val="2A1F12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724144"/>
            <a:ext cx="1050645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</a:rPr>
              <a:t>En hızlı test: Health.TakeDamage içine Debug.Log var. Console’da “kalan can” yazısı gelmiyorsa sorun Health’e ulaşmadan önceki zincirdedir.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Mimari Not: Bu Sistem Neden İleri Seviye Sayılır?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Kod küçük görünür ama doğru ayrımları yaptığı için büyümeye uygundur.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1143000"/>
            <a:ext cx="493776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</a:rPr>
              <a:t>• Input ayrı: Tuşa basma mantığı yetenek mantığına karışmıyor.
</a:t>
            </a:r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</a:rPr>
              <a:t>• Controller ayrı: Cooldown ve seçme mantığı tek merkezden yönetiliyor.
</a:t>
            </a:r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</a:rPr>
              <a:t>• ScriptableObject kullanımı: Her ability asset olarak ayarlanabiliyor.
</a:t>
            </a:r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</a:rPr>
              <a:t>• Projectile ayrı: Mermi üretme ve mermi davranışı farklı sınıflarda.
</a:t>
            </a:r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</a:rPr>
              <a:t>• Health ayrı: Hasar alma her düşman davranışından bağımsız çalışıyor.
</a:t>
            </a:r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</a:rPr>
              <a:t>• Event var: UI/ses/VFX gibi sistemler AbilityUsed event’ine bağlanabilir.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0" y="1143000"/>
            <a:ext cx="4754880" cy="4206240"/>
          </a:xfrm>
          <a:prstGeom prst="roundRect">
            <a:avLst>
              <a:gd name="adj" fmla="val 1087"/>
            </a:avLst>
          </a:prstGeom>
          <a:solidFill>
            <a:srgbClr val="0B0F14"/>
          </a:solidFill>
          <a:ln w="12700">
            <a:solidFill>
              <a:srgbClr val="2632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28816" y="1252728"/>
            <a:ext cx="4498848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Yeni yetenek eklemek için: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IceAbility : AbilityDefinition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void Execute(GameObject owner)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buz mermisi, slow efekti, alan hasarı...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AbilityController kodunu değiştirmeden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abilities[] listesine yeni asset eklenebilir.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Özeti: Kodları Tek Cümleyle Hatırla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slayt öğrencinin defterine geçebileceği kısa özet gibi kullanılabilir.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005840"/>
            <a:ext cx="1691640" cy="60121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051560"/>
            <a:ext cx="1563624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PlayerAbilityInput</a:t>
            </a:r>
            <a:endParaRPr lang="en-US" sz="96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9052560" cy="60121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1042416"/>
            <a:ext cx="8906256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7FA"/>
                </a:solidFill>
              </a:rPr>
              <a:t>Klavyeden 1 tuşunu dinler ve AbilityController.Use(0) çağırır.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777240" y="1634490"/>
            <a:ext cx="1691640" cy="60121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80210"/>
            <a:ext cx="1563624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AbilityController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2468880" y="1634490"/>
            <a:ext cx="9052560" cy="60121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671066"/>
            <a:ext cx="8906256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7FA"/>
                </a:solidFill>
              </a:rPr>
              <a:t>Yetenek dizisini, cooldown sayaçlarını ve kullanım event’ini yönetir.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777240" y="2263140"/>
            <a:ext cx="1691640" cy="60121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308860"/>
            <a:ext cx="1563624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AbilityDefinition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468880" y="2263140"/>
            <a:ext cx="9052560" cy="60121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299716"/>
            <a:ext cx="8906256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7FA"/>
                </a:solidFill>
              </a:rPr>
              <a:t>Her yeteneğin Id, Cooldown ve Execute yapısını zorunlu kılan soyut temel sınıftır.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777240" y="2891790"/>
            <a:ext cx="1691640" cy="60121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937510"/>
            <a:ext cx="1563624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FireballAbility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468880" y="2891790"/>
            <a:ext cx="9052560" cy="60121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2928366"/>
            <a:ext cx="8906256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7FA"/>
                </a:solidFill>
              </a:rPr>
              <a:t>Fireball mermisini oyuncunun önünde oluşturur ve damage değerini Projectile’a yollar.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77240" y="3520440"/>
            <a:ext cx="1691640" cy="60121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566160"/>
            <a:ext cx="1563624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Projectile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2468880" y="3520440"/>
            <a:ext cx="9052560" cy="60121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3557016"/>
            <a:ext cx="8906256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7FA"/>
                </a:solidFill>
              </a:rPr>
              <a:t>İleri gider, çarpışmada Health bulur, TakeDamage çağırır ve kendini yok eder.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77240" y="4149090"/>
            <a:ext cx="1691640" cy="60121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194810"/>
            <a:ext cx="1563624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Health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468880" y="4149090"/>
            <a:ext cx="9052560" cy="60121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4185666"/>
            <a:ext cx="8906256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7FA"/>
                </a:solidFill>
              </a:rPr>
              <a:t>Canı tutar, hasar alınca düşürür, sıfırda objeyi yok eder.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777240" y="4777740"/>
            <a:ext cx="1691640" cy="60121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4823460"/>
            <a:ext cx="1563624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IDamageable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2468880" y="4777740"/>
            <a:ext cx="9052560" cy="601218"/>
          </a:xfrm>
          <a:prstGeom prst="rect">
            <a:avLst/>
          </a:prstGeom>
          <a:solidFill>
            <a:srgbClr val="18212F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4814316"/>
            <a:ext cx="8906256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7FA"/>
                </a:solidFill>
              </a:rPr>
              <a:t>Hasar alabilen sınıflar için TakeDamage sözleşmesi sunar.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777240" y="5406390"/>
            <a:ext cx="1691640" cy="60121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452110"/>
            <a:ext cx="1563624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2D3EE"/>
                </a:solidFill>
              </a:rPr>
              <a:t>Enemy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2468880" y="5406390"/>
            <a:ext cx="9052560" cy="601218"/>
          </a:xfrm>
          <a:prstGeom prst="rect">
            <a:avLst/>
          </a:prstGeom>
          <a:solidFill>
            <a:srgbClr val="111827"/>
          </a:solidFill>
          <a:ln w="3175">
            <a:solidFill>
              <a:srgbClr val="2632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5442966"/>
            <a:ext cx="8906256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7FA"/>
                </a:solidFill>
              </a:rPr>
              <a:t>Şu an boş; düşman kimliği/davranışları için ileride genişletilebilir.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Sınıf İçi Uygulama Görevi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2"/>
                </a:solidFill>
              </a:rPr>
              <a:t>Bu sunumu anlattıktan sonra öğrenciden doğrudan şu akışı kurmasını iste.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566928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</a:rPr>
              <a:t>• Player objesine AbilityController ve PlayerAbilityInput ekle.
</a:t>
            </a:r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</a:rPr>
              <a:t>• Project penceresinde FireballAbility asset’i oluştur.
</a:t>
            </a:r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</a:rPr>
              <a:t>• Projectile prefabı oluştur; içine Projectile scripti ve trigger collider ekle.
</a:t>
            </a:r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</a:rPr>
              <a:t>• Enemy objesine Health scripti ve collider ekle.
</a:t>
            </a:r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</a:rPr>
              <a:t>• 1 tuşuna basınca mermi çıksın, enemy’ye çarpınca Console’da kalan can yazsın.
</a:t>
            </a:r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</a:rPr>
              <a:t>• Can 0 olunca enemy yok olsun.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50876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34D399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70064" y="1581912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Başarı kriteri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Console’da kalan can yazısı + enemy destroy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0" y="30632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70064" y="3136392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 kritik kontrol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Inspector referansları boş kalmayacak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461772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70064" y="4690872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Sonraki adım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IDamageable ile sistemi esnet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İleri Seviye Unity Kod Sunumu</dc:title>
  <dc:subject>Advanced Unity Ability System Lesson</dc:subject>
  <dc:creator>OpenAI</dc:creator>
  <cp:lastModifiedBy>OpenAI</cp:lastModifiedBy>
  <cp:revision>1</cp:revision>
  <dcterms:created xsi:type="dcterms:W3CDTF">2026-09-26T14:43:34Z</dcterms:created>
  <dcterms:modified xsi:type="dcterms:W3CDTF">2026-09-26T14:43:34Z</dcterms:modified>
</cp:coreProperties>
</file>